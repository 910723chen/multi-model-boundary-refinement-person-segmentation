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b10d72707f404d" /><Relationship Type="http://schemas.openxmlformats.org/officeDocument/2006/relationships/extended-properties" Target="/docProps/app.xml" Id="Rdf15e2d7b086424b" /><Relationship Type="http://schemas.openxmlformats.org/officeDocument/2006/relationships/officeDocument" Target="/ppt/presentation.xml" Id="R092014400d53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c4ffc830646c1"/>
  </p:sldMasterIdLst>
  <p:notesMasterIdLst>
    <p:notesMasterId xmlns:r="http://schemas.openxmlformats.org/officeDocument/2006/relationships" r:id="Rb8e222c257d545e3"/>
  </p:notesMasterIdLst>
  <p:sldIdLst>
    <p:sldId xmlns:r="http://schemas.openxmlformats.org/officeDocument/2006/relationships" id="256" r:id="R417be629fe044691"/>
    <p:sldId xmlns:r="http://schemas.openxmlformats.org/officeDocument/2006/relationships" id="257" r:id="R67782a78964143df"/>
    <p:sldId xmlns:r="http://schemas.openxmlformats.org/officeDocument/2006/relationships" id="258" r:id="R6d383dd06eb34f08"/>
    <p:sldId xmlns:r="http://schemas.openxmlformats.org/officeDocument/2006/relationships" id="259" r:id="Rfce4a6faf4b34f9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c4ffc830646c1" /><Relationship Type="http://schemas.openxmlformats.org/officeDocument/2006/relationships/theme" Target="/ppt/theme/theme1.xml" Id="R73dcc9cb27574411" /><Relationship Type="http://schemas.openxmlformats.org/officeDocument/2006/relationships/notesMaster" Target="/ppt/notesMasters/notesMaster1.xml" Id="Rb8e222c257d545e3" /><Relationship Type="http://schemas.openxmlformats.org/officeDocument/2006/relationships/presProps" Target="/ppt/presProps.xml" Id="R99010e303d764f82" /><Relationship Type="http://schemas.openxmlformats.org/officeDocument/2006/relationships/viewProps" Target="/ppt/viewProps.xml" Id="R6cbf5261c28b4aa4" /><Relationship Type="http://schemas.openxmlformats.org/officeDocument/2006/relationships/tableStyles" Target="/ppt/tableStyles.xml" Id="R066610c642c948da" /><Relationship Type="http://schemas.openxmlformats.org/officeDocument/2006/relationships/slide" Target="/ppt/slides/slide1.xml" Id="R417be629fe044691" /><Relationship Type="http://schemas.openxmlformats.org/officeDocument/2006/relationships/slide" Target="/ppt/slides/slide2.xml" Id="R67782a78964143df" /><Relationship Type="http://schemas.openxmlformats.org/officeDocument/2006/relationships/slide" Target="/ppt/slides/slide3.xml" Id="R6d383dd06eb34f08" /><Relationship Type="http://schemas.openxmlformats.org/officeDocument/2006/relationships/slide" Target="/ppt/slides/slide4.xml" Id="Rfce4a6faf4b34f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9fa6064d43046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0f8297d3a8480c" /><Relationship Type="http://schemas.openxmlformats.org/officeDocument/2006/relationships/notesMaster" Target="/ppt/notesMasters/notesMaster1.xml" Id="R432fc89cb6aa4c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c3999041ae43d2" /><Relationship Type="http://schemas.openxmlformats.org/officeDocument/2006/relationships/notesMaster" Target="/ppt/notesMasters/notesMaster1.xml" Id="R54d23d279f9948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f9d83a511b4baf" /><Relationship Type="http://schemas.openxmlformats.org/officeDocument/2006/relationships/notesMaster" Target="/ppt/notesMasters/notesMaster1.xml" Id="Rf2c5f029db1f43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871f1a3e5342f8" /><Relationship Type="http://schemas.openxmlformats.org/officeDocument/2006/relationships/notesMaster" Target="/ppt/notesMasters/notesMaster1.xml" Id="R0fc5800d7b2a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710012a76f4f1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361e2317ee4975" /><Relationship Type="http://schemas.openxmlformats.org/officeDocument/2006/relationships/slideLayout" Target="/ppt/slideLayouts/slideLayout2.xml" Id="R5d4e32eda3f947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e32eda3f947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43bee5ac1f4bce" /><Relationship Type="http://schemas.openxmlformats.org/officeDocument/2006/relationships/notesSlide" Target="/ppt/notesSlides/notesSlide1.xml" Id="R924f38065bb844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4a5b8291934d97" /><Relationship Type="http://schemas.openxmlformats.org/officeDocument/2006/relationships/image" Target="/ppt/media/image.png" Id="R25b94aa873014497" /><Relationship Type="http://schemas.openxmlformats.org/officeDocument/2006/relationships/notesSlide" Target="/ppt/notesSlides/notesSlide2.xml" Id="Rd04719e4909742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672e2ae84748a2" /><Relationship Type="http://schemas.openxmlformats.org/officeDocument/2006/relationships/image" Target="/ppt/media/image2.png" Id="R6420b19f55a9471d" /><Relationship Type="http://schemas.openxmlformats.org/officeDocument/2006/relationships/notesSlide" Target="/ppt/notesSlides/notesSlide3.xml" Id="R45588bb456234d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24b240d6be4b60" /><Relationship Type="http://schemas.openxmlformats.org/officeDocument/2006/relationships/image" Target="/ppt/media/image3.png" Id="R253ee074dc6b4944" /><Relationship Type="http://schemas.openxmlformats.org/officeDocument/2006/relationships/notesSlide" Target="/ppt/notesSlides/notesSlide4.xml" Id="R65e964887a7947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F36A5-B179-445D-8C60-9F9D30D5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5717C"/>
                </a:solidFill>
              </a:defRPr>
            </a:pPr>
            <a:r>
              <a:t>Rough Version |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AA7CC-CAF5-4663-9F80-FB152F90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8250"/>
            <a:ext cx="1415415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173B4F"/>
                </a:solidFill>
              </a:defRPr>
            </a:pPr>
            <a:r>
              <a:t>Multi-Model Boundary Refinement for Person Segmentation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6BBDA-153B-4151-AEFC-F1D4C77B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61"/>
          </a:solidFill>
          <a:ln xmlns:a="http://schemas.openxmlformats.org/drawingml/2006/main" w="0">
            <a:solidFill>
              <a:srgbClr val="3F8F6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AC823-0224-4ED1-8958-BB76C313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885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1E2933"/>
                </a:solidFill>
              </a:defRPr>
            </a:pPr>
            <a:r>
              <a:t>Goal: improve person mask boundary quality using existing models.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F2CC7-F3B5-46B0-A032-FEF5BFBB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53721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0824E-DE88-46A4-9B5A-C29FB803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86300"/>
            <a:ext cx="4914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F8F61"/>
                </a:solidFill>
              </a:defRPr>
            </a:pPr>
            <a: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9E075-0EF6-4144-BB46-D2B2D56D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C"/>
                </a:solidFill>
              </a:defRPr>
            </a:pPr>
            <a:r>
              <a:t>selected final test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72E73-47F1-449C-873D-18A4DDB5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48175"/>
            <a:ext cx="53721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21855-867E-43E3-9CC8-4319C9CB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4914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98A32"/>
                </a:solidFill>
              </a:defRPr>
            </a:pPr>
            <a: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D89E9-A575-4586-AF9D-8BD58A07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197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C"/>
                </a:solidFill>
              </a:defRPr>
            </a:pPr>
            <a:r>
              <a:t>tested model versions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BA099-8931-4CA4-A9EE-F4E4BCFA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48175"/>
            <a:ext cx="53721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E9E55-C79F-45DD-A6B6-81F4A075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686300"/>
            <a:ext cx="49149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F8F61"/>
                </a:solidFill>
              </a:defRPr>
            </a:pPr>
            <a:r>
              <a:t>0.8855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FAC13-D14E-44EF-933D-D724609A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5219700"/>
            <a:ext cx="4914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C"/>
                </a:solidFill>
              </a:defRPr>
            </a:pPr>
            <a:r>
              <a:t>best mean edge alignment</a:t>
            </a:r>
          </a:p>
        </p:txBody>
      </p:sp>
    </p:spTree>
    <p:extLst>
      <p:ext uri="{BB962C8B-B14F-4D97-AF65-F5344CB8AC3E}">
        <p14:creationId xmlns:p14="http://schemas.microsoft.com/office/powerpoint/2010/main" val="11239143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1651E5-F5E8-4D0A-ACBA-FA9DF221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3B4F"/>
                </a:solidFill>
              </a:defRPr>
            </a:pPr>
            <a: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DA553-F734-4742-A788-13B01E62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9734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5717C"/>
                </a:solidFill>
              </a:defRPr>
            </a:pPr>
            <a:r>
              <a:t>YOLO localizes the person. SAM creates the mask. Edges and GrabCut refine the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36F30-B1F4-414C-831C-18A1281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7440"/>
            <a:ext cx="319278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7FD01-D609-406E-8DC6-1D1D8310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527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E7DA8"/>
                </a:solidFill>
              </a:defRPr>
            </a:pPr>
            <a: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DE56-F702-4A8C-8414-389EC122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3"/>
                </a:solidFill>
              </a:defRPr>
            </a:pPr>
            <a: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53314-D24C-426E-9B40-DB6D673F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person photo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6E84B-9FD7-4525-9161-C8738A90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380" y="2377440"/>
            <a:ext cx="319278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55908-E375-4303-94BF-71AD8A80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E7DA8"/>
                </a:solidFill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6025F-7D92-4D8C-ADA3-2115F666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3"/>
                </a:solidFill>
              </a:defRPr>
            </a:pPr>
            <a:r>
              <a:t>YOLO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27842-135A-4BB1-9BDE-FA0A6FE7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147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person box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CE7A1-5044-4740-BD16-33F1BC97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7610" y="2377440"/>
            <a:ext cx="319278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92B33-3B5B-412F-815D-E9479411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527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F8F61"/>
                </a:solidFill>
              </a:defRPr>
            </a:pPr>
            <a: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A66258-989D-4757-BAA7-3D998BE6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718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3"/>
                </a:solidFill>
              </a:defRPr>
            </a:pPr>
            <a:r>
              <a:t>SAM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892AB-D6CB-4531-84DF-F80E129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147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box-prompted mask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4F0B3-B2EF-42F8-A0ED-22FAAAA2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2377440"/>
            <a:ext cx="319278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0113A-7145-405E-8A4F-E30CD500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527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98A32"/>
                </a:solidFill>
              </a:defRPr>
            </a:pPr>
            <a: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426A1-A3B1-4A88-9877-08863CF5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9718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3"/>
                </a:solidFill>
              </a:defRPr>
            </a:pPr>
            <a:r>
              <a:t>Canny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3F5CF-6E1E-4F82-9F99-872E41F2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147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edge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08C00-863F-4E3C-9B2E-5CDF3B45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6070" y="2377440"/>
            <a:ext cx="319278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7A5CB-BCA8-48BF-94AE-DCED26E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52700"/>
            <a:ext cx="2781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F8F61"/>
                </a:solidFill>
              </a:defRPr>
            </a:pPr>
            <a: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404DC-5FFC-4BEA-8634-75B67507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9718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E2933"/>
                </a:solidFill>
              </a:defRPr>
            </a:pPr>
            <a:r>
              <a:t>GrabCut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CBFC66-D7BC-4514-81AC-8FDCBB13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314700"/>
            <a:ext cx="2781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mask cleanup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94aa873014497"/>
          <a:stretch xmlns:a="http://schemas.openxmlformats.org/drawingml/2006/main"/>
        </p:blipFill>
        <p:spPr>
          <a:xfrm xmlns:a="http://schemas.openxmlformats.org/drawingml/2006/main">
            <a:off x="819150" y="4711065"/>
            <a:ext cx="8096250" cy="433387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6D324-4C14-42C2-B469-9A88D1C6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11065"/>
            <a:ext cx="8267700" cy="4333875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A3C88A-B011-4FCF-A41E-6A42D1E1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010150"/>
            <a:ext cx="7658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E2933"/>
                </a:solidFill>
              </a:defRPr>
            </a:pPr>
            <a:r>
              <a:t>- No new model training.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3005FE-9DDD-40F8-8A7F-F38AEF4E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543550"/>
            <a:ext cx="7658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E2933"/>
                </a:solidFill>
              </a:defRPr>
            </a:pPr>
            <a:r>
              <a:t>- Compare model combinations.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10EC8-48C5-4CFC-AA12-84B76C5C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076950"/>
            <a:ext cx="76581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E2933"/>
                </a:solidFill>
              </a:defRPr>
            </a:pPr>
            <a:r>
              <a:t>- Use edge alignment as preliminary metric.</a:t>
            </a:r>
          </a:p>
        </p:txBody>
      </p:sp>
    </p:spTree>
    <p:extLst>
      <p:ext uri="{BB962C8B-B14F-4D97-AF65-F5344CB8AC3E}">
        <p14:creationId xmlns:p14="http://schemas.microsoft.com/office/powerpoint/2010/main" val="9815766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4662AB-7BA1-48AE-AC75-A42C72E3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3B4F"/>
                </a:solidFill>
              </a:defRPr>
            </a:pPr>
            <a:r>
              <a:t>Main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4EFCA-0157-4189-839B-C3E58998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6838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5717C"/>
                </a:solidFill>
              </a:defRPr>
            </a:pPr>
            <a:r>
              <a:t>v6 is the best current version on the selected 12-image test set.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0b19f55a9471d"/>
          <a:stretch xmlns:a="http://schemas.openxmlformats.org/drawingml/2006/main"/>
        </p:blipFill>
        <p:spPr>
          <a:xfrm xmlns:a="http://schemas.openxmlformats.org/drawingml/2006/main">
            <a:off x="819150" y="2057400"/>
            <a:ext cx="9334500" cy="5905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20757-91AB-47C9-B4B7-9AD5D46F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57400"/>
            <a:ext cx="69913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D1C55-1C94-43A7-8E92-88CC3204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286000"/>
            <a:ext cx="6534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F8F61"/>
                </a:solidFill>
              </a:defRPr>
            </a:pPr>
            <a:r>
              <a:t>v6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22EFA-56B0-4571-AE0E-0F16A2B4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19400"/>
            <a:ext cx="653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C"/>
                </a:solidFill>
              </a:defRPr>
            </a:pPr>
            <a:r>
              <a:t>YOLO + SAM + Edge + GrabCut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326C7-D65A-4E34-964C-E230338B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95700"/>
            <a:ext cx="69913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36A0C-40D9-44D5-B670-F517FC8A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924300"/>
            <a:ext cx="6534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F8F61"/>
                </a:solidFill>
              </a:defRPr>
            </a:pPr>
            <a:r>
              <a:t>0.8855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18FE5-B9EE-4725-9DDF-ECFE2561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57700"/>
            <a:ext cx="653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C"/>
                </a:solidFill>
              </a:defRPr>
            </a:pPr>
            <a:r>
              <a:t>highest mean edge alignment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7B0EA-A19A-4CB2-9B8D-78C2E6B2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34000"/>
            <a:ext cx="69913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2558D-3870-4E17-9F72-93212C9B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62600"/>
            <a:ext cx="65341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5D5D"/>
                </a:solidFill>
              </a:defRPr>
            </a:pPr>
            <a:r>
              <a:t>0.5768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6E6D3-5776-4D26-8C78-F84C3A3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096000"/>
            <a:ext cx="6534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17C"/>
                </a:solidFill>
              </a:defRPr>
            </a:pPr>
            <a:r>
              <a:t>YOLO-Seg direct baseline</a:t>
            </a:r>
          </a:p>
        </p:txBody>
      </p:sp>
    </p:spTree>
    <p:extLst>
      <p:ext uri="{BB962C8B-B14F-4D97-AF65-F5344CB8AC3E}">
        <p14:creationId xmlns:p14="http://schemas.microsoft.com/office/powerpoint/2010/main" val="4919423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7A1D3-C583-4721-96DE-0326132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8650"/>
            <a:ext cx="166497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3B4F"/>
                </a:solidFill>
              </a:defRPr>
            </a:pPr>
            <a: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9C7C4-C984-45FD-BA57-A8AB97C2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6515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65717C"/>
                </a:solidFill>
              </a:defRPr>
            </a:pPr>
            <a:r>
              <a:t>YOLO-guided SAM is useful, but the result is still preliminary.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ee074dc6b4944"/>
          <a:stretch xmlns:a="http://schemas.openxmlformats.org/drawingml/2006/main"/>
        </p:blipFill>
        <p:spPr>
          <a:xfrm xmlns:a="http://schemas.openxmlformats.org/drawingml/2006/main">
            <a:off x="819150" y="2057400"/>
            <a:ext cx="11220450" cy="5619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5CB49-7BD9-47A9-9B28-A11EA142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057400"/>
            <a:ext cx="5143500" cy="5619750"/>
          </a:xfrm>
          <a:prstGeom xmlns:a="http://schemas.openxmlformats.org/drawingml/2006/main" prst="roundRect">
            <a:avLst>
              <a:gd name="adj" fmla="val 2593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E97AD-2C34-431A-9D9F-D9DE3C1D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343150"/>
            <a:ext cx="457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B4F"/>
                </a:solidFill>
              </a:defRPr>
            </a:pPr>
            <a:r>
              <a:t>Takeaway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063CF-76B1-4B5E-8877-758A85A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895600"/>
            <a:ext cx="4572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E2933"/>
                </a:solidFill>
              </a:defRPr>
            </a:pPr>
            <a:r>
              <a:t>- YOLO helps SAM focus on the person.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187CE-CF8E-4A11-8D3A-8F20605C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790950"/>
            <a:ext cx="457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E2933"/>
                </a:solidFill>
              </a:defRPr>
            </a:pPr>
            <a:r>
              <a:t>- GrabCut improves some masks.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017AE-841C-414B-9F97-1BB8A3F4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4305300"/>
            <a:ext cx="4572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E2933"/>
                </a:solidFill>
              </a:defRPr>
            </a:pPr>
            <a:r>
              <a:t>- Need ground-truth masks for IoU/Dice.</a:t>
            </a:r>
          </a:p>
        </p:txBody>
      </p:sp>
    </p:spTree>
    <p:extLst>
      <p:ext uri="{BB962C8B-B14F-4D97-AF65-F5344CB8AC3E}">
        <p14:creationId xmlns:p14="http://schemas.microsoft.com/office/powerpoint/2010/main" val="4919222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2026-05-27T14:20:20.6860000Z</dcterms:created>
  <dcterms:modified xsi:type="dcterms:W3CDTF">2026-05-27T14:20:20.6860000Z</dcterms:modified>
</coreProperties>
</file>